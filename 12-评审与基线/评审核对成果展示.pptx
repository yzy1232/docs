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评审核对成果展示 V1.1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505050"/>
                </a:solidFill>
                <a:latin typeface="Microsoft YaHei"/>
              </a:rPr>
              <a:t>问题记录展示稿｜校务问答机器人｜2026-05-22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文档级元信息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Microsoft YaHei"/>
              </a:rPr>
              <a:t>版本：V1.1（问题记录）</a:t>
            </a:r>
          </a:p>
          <a:p>
            <a:pPr/>
            <a:r>
              <a:rPr sz="2000">
                <a:latin typeface="Microsoft YaHei"/>
              </a:rPr>
              <a:t>范围：30项评审核对、RB记录、SRS基线发布准备</a:t>
            </a:r>
          </a:p>
          <a:p>
            <a:pPr/>
            <a:r>
              <a:rPr sz="2000">
                <a:latin typeface="Microsoft YaHei"/>
              </a:rPr>
              <a:t>统一口径：7位用户代表；SRS含47项用户功能需求（其中36项P0/P1重点评估）；JAD正式共识会议为2026-04-11；系统可用率≥99.5%；测试用例78个；评审问题16项。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问题记录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Microsoft YaHei"/>
              </a:rPr>
              <a:t>R1~R3共记录13项问题</a:t>
            </a:r>
          </a:p>
          <a:p>
            <a:pPr/>
            <a:r>
              <a:rPr sz="2000">
                <a:latin typeface="Microsoft YaHei"/>
              </a:rPr>
              <a:t>重点问题：验收标准、场景故事、可用率指标、RTM追溯矩阵</a:t>
            </a:r>
          </a:p>
          <a:p>
            <a:pPr/>
            <a:r>
              <a:rPr sz="2000">
                <a:latin typeface="Microsoft YaHei"/>
              </a:rPr>
              <a:t>R4最终评审和整改闭环待V1.2补充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阶段结论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Microsoft YaHei"/>
              </a:rPr>
              <a:t>评审核对项已完成主要检查</a:t>
            </a:r>
          </a:p>
          <a:p>
            <a:pPr/>
            <a:r>
              <a:rPr sz="2000">
                <a:latin typeface="Microsoft YaHei"/>
              </a:rPr>
              <a:t>问题进入责任人整改队列</a:t>
            </a:r>
          </a:p>
          <a:p>
            <a:pPr/>
            <a:r>
              <a:rPr sz="2000">
                <a:latin typeface="Microsoft YaHei"/>
              </a:rPr>
              <a:t>基线发布暂不批准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评审核对成果展示 V1.1</dc:title>
  <dc:subject>问题记录</dc:subject>
  <dc:creator/>
  <cp:keywords/>
  <dc:description>统一口径：7位用户代表；SRS含47项用户功能需求（其中36项P0/P1重点评估）；JAD正式共识会议为2026-04-11；系统可用率≥99.5%；测试用例78个；评审问题16项。</dc:description>
  <cp:lastModifiedBy>SRA2026 G10项目组</cp:lastModifiedBy>
  <cp:revision>1</cp:revision>
  <dcterms:created xsi:type="dcterms:W3CDTF">2013-01-27T09:14:16Z</dcterms:created>
  <dcterms:modified xsi:type="dcterms:W3CDTF">2013-01-27T09:15:58Z</dcterms:modified>
  <cp:category/>
</cp:coreProperties>
</file>