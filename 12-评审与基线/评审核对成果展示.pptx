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评审核对成果展示 V1.0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505050"/>
                </a:solidFill>
                <a:latin typeface="Microsoft YaHei"/>
              </a:rPr>
              <a:t>评审计划展示稿｜校务问答机器人｜2026-05-20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文档级元信息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latin typeface="Microsoft YaHei"/>
              </a:rPr>
              <a:t>版本：V1.0（评审计划）</a:t>
            </a:r>
          </a:p>
          <a:p>
            <a:pPr/>
            <a:r>
              <a:rPr sz="2000">
                <a:latin typeface="Microsoft YaHei"/>
              </a:rPr>
              <a:t>范围：30项评审核对、RB记录、SRS基线发布准备</a:t>
            </a:r>
          </a:p>
          <a:p>
            <a:pPr/>
            <a:r>
              <a:rPr sz="2000">
                <a:latin typeface="Microsoft YaHei"/>
              </a:rPr>
              <a:t>统一口径：7位用户代表；SRS含47项用户功能需求（其中36项P0/P1重点评估）；JAD正式共识会议为2026-04-11；系统可用率≥99.5%；测试用例78个；评审问题16项。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评审计划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latin typeface="Microsoft YaHei"/>
              </a:rPr>
              <a:t>第一次评审 (R1)：2026-05-20，Vision &amp; Scope + Context Diagram，小组走查(Walkthrough)</a:t>
            </a:r>
          </a:p>
          <a:p>
            <a:pPr/>
            <a:r>
              <a:rPr sz="2000">
                <a:latin typeface="Microsoft YaHei"/>
              </a:rPr>
              <a:t>第二次评审 (R2)：2026-05-21，用户群识别 + 需求获取 + 原型设计，技术评审(Technical Review)</a:t>
            </a:r>
          </a:p>
          <a:p>
            <a:pPr/>
            <a:r>
              <a:rPr sz="2000">
                <a:latin typeface="Microsoft YaHei"/>
              </a:rPr>
              <a:t>第三次评审 (R3)：2026-05-22，用例文档 + 非功能需求 + SRS初稿，正式评审(Inspection)</a:t>
            </a:r>
          </a:p>
          <a:p>
            <a:pPr/>
            <a:r>
              <a:rPr sz="2000">
                <a:latin typeface="Microsoft YaHei"/>
              </a:rPr>
              <a:t>第四次评审 (R4)：2026-05-23，SRS完整版 + 测试用例 + 用户手册，正式评审(Inspection)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核对范围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latin typeface="Microsoft YaHei"/>
              </a:rPr>
              <a:t>建立30项评审核对清单</a:t>
            </a:r>
          </a:p>
          <a:p>
            <a:pPr/>
            <a:r>
              <a:rPr sz="2000">
                <a:latin typeface="Microsoft YaHei"/>
              </a:rPr>
              <a:t>确定评审角色、记录模板和证据来源</a:t>
            </a:r>
          </a:p>
          <a:p>
            <a:pPr/>
            <a:r>
              <a:rPr sz="2000">
                <a:latin typeface="Microsoft YaHei"/>
              </a:rPr>
              <a:t>问题记录与整改跟踪待后续版本补充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评审核对成果展示 V1.0</dc:title>
  <dc:subject>评审计划</dc:subject>
  <dc:creator/>
  <cp:keywords/>
  <dc:description>统一口径：7位用户代表；SRS含47项用户功能需求（其中36项P0/P1重点评估）；JAD正式共识会议为2026-04-11；系统可用率≥99.5%；测试用例78个；评审问题16项。</dc:description>
  <cp:lastModifiedBy>SRA2026 G10项目组</cp:lastModifiedBy>
  <cp:revision>1</cp:revision>
  <dcterms:created xsi:type="dcterms:W3CDTF">2013-01-27T09:14:16Z</dcterms:created>
  <dcterms:modified xsi:type="dcterms:W3CDTF">2013-01-27T09:15:58Z</dcterms:modified>
  <cp:category/>
</cp:coreProperties>
</file>