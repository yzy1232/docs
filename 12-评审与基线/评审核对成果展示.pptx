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评审核对成果展示 V1.2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505050"/>
                </a:solidFill>
                <a:latin typeface="Microsoft YaHei"/>
              </a:rPr>
              <a:t>整改跟踪展示稿｜校务问答机器人｜2026-05-23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文档级元信息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latin typeface="Microsoft YaHei"/>
              </a:rPr>
              <a:t>版本：V1.2（整改跟踪）</a:t>
            </a:r>
          </a:p>
          <a:p>
            <a:pPr/>
            <a:r>
              <a:rPr sz="2000">
                <a:latin typeface="Microsoft YaHei"/>
              </a:rPr>
              <a:t>范围：30项评审核对、RB记录、SRS基线发布准备</a:t>
            </a:r>
          </a:p>
          <a:p>
            <a:pPr/>
            <a:r>
              <a:rPr sz="2000">
                <a:latin typeface="Microsoft YaHei"/>
              </a:rPr>
              <a:t>统一口径：7位用户代表；SRS含47项用户功能需求（其中36项P0/P1重点评估）；JAD正式共识会议为2026-04-11；系统可用率≥99.5%；测试用例78个；评审问题16项。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整改跟踪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latin typeface="Microsoft YaHei"/>
              </a:rPr>
              <a:t>R1~R4共16项问题全部登记</a:t>
            </a:r>
          </a:p>
          <a:p>
            <a:pPr/>
            <a:r>
              <a:rPr sz="2000">
                <a:latin typeface="Microsoft YaHei"/>
              </a:rPr>
              <a:t>可用率统一为≥99.5%</a:t>
            </a:r>
          </a:p>
          <a:p>
            <a:pPr/>
            <a:r>
              <a:rPr sz="2000">
                <a:latin typeface="Microsoft YaHei"/>
              </a:rPr>
              <a:t>用户代表统一为7位，SRS功能需求统一为47项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发布准备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2000">
                <a:latin typeface="Microsoft YaHei"/>
              </a:rPr>
              <a:t>78个测试用例覆盖发布范围</a:t>
            </a:r>
          </a:p>
          <a:p>
            <a:pPr/>
            <a:r>
              <a:rPr sz="2000">
                <a:latin typeface="Microsoft YaHei"/>
              </a:rPr>
              <a:t>评审核对30项均具备证据</a:t>
            </a:r>
          </a:p>
          <a:p>
            <a:pPr/>
            <a:r>
              <a:rPr sz="2000">
                <a:latin typeface="Microsoft YaHei"/>
              </a:rPr>
              <a:t>等待V1.3进行最终基线发布展示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评审核对成果展示 V1.2</dc:title>
  <dc:subject>整改跟踪</dc:subject>
  <dc:creator/>
  <cp:keywords/>
  <dc:description>统一口径：7位用户代表；SRS含47项用户功能需求（其中36项P0/P1重点评估）；JAD正式共识会议为2026-04-11；系统可用率≥99.5%；测试用例78个；评审问题16项。</dc:description>
  <cp:lastModifiedBy>SRA2026 G10项目组</cp:lastModifiedBy>
  <cp:revision>1</cp:revision>
  <dcterms:created xsi:type="dcterms:W3CDTF">2013-01-27T09:14:16Z</dcterms:created>
  <dcterms:modified xsi:type="dcterms:W3CDTF">2013-01-27T09:15:58Z</dcterms:modified>
  <cp:category/>
</cp:coreProperties>
</file>